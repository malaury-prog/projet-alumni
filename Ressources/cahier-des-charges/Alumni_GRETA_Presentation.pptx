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731520"/>
            <a:ext cx="5852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GRETA SUD CHAMPAGNE  —  STAGE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 Alumni GRETA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97280" y="2121408"/>
            <a:ext cx="1463040" cy="54864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0428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annuaire pour garder le lien entre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apprenants en formation et les anciens.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Développeur Web / Web Mobile  •  Présentation du 10 avril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4480560"/>
            <a:ext cx="1920240" cy="438912"/>
          </a:xfrm>
          <a:prstGeom prst="rect">
            <a:avLst/>
          </a:prstGeom>
          <a:solidFill>
            <a:srgbClr val="1212BA"/>
          </a:solidFill>
          <a:ln w="12700">
            <a:solidFill>
              <a:srgbClr val="1212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4480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aux normes de l'État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91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projet — Pourquoi et pour qui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457200"/>
          </a:xfrm>
          <a:prstGeom prst="rect">
            <a:avLst/>
          </a:prstGeom>
          <a:solidFill>
            <a:srgbClr val="000091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 de départ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un apprenant quitte le GRETA, le lien est coupé.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n'existe aucun outil pour 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visible après la formation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présenter aux autres apprenants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un maître de stage via son réseau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son parcours et ses compétences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4023360" cy="4572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qui s'adresse le site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737360"/>
            <a:ext cx="54864" cy="868680"/>
          </a:xfrm>
          <a:prstGeom prst="rect">
            <a:avLst/>
          </a:prstGeom>
          <a:solidFill>
            <a:srgbClr val="000091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7647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apprenants en formation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0299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Créent leur profil, se rendent visibles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auprès des autres apprenants et des formateurs.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724912"/>
            <a:ext cx="54864" cy="868680"/>
          </a:xfrm>
          <a:prstGeom prst="rect">
            <a:avLst/>
          </a:prstGeom>
          <a:solidFill>
            <a:srgbClr val="000091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7523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anciens apprenants (alumni)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0175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Restent dans le réseau GRETA, partagent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 parcours et leur expérience.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730752"/>
            <a:ext cx="374904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800600" y="3822192"/>
            <a:ext cx="54864" cy="8229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8496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formateurs et l'équipe GRETA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41148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un tableau de bord pour suivre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l'insertion et modérer les profils.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4736592"/>
            <a:ext cx="4023360" cy="22860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745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entreprises : présentes comme références de stages, sans interaction directe.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91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j'ai pris en compte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1874520"/>
          </a:xfrm>
          <a:prstGeom prst="rect">
            <a:avLst/>
          </a:prstGeom>
          <a:solidFill>
            <a:srgbClr val="E8F4E8"/>
          </a:solidFill>
          <a:ln w="12700">
            <a:solidFill>
              <a:srgbClr val="E8F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1874520"/>
          </a:xfrm>
          <a:prstGeom prst="rect">
            <a:avLst/>
          </a:prstGeom>
          <a:solidFill>
            <a:srgbClr val="1E7A1E"/>
          </a:solidFill>
          <a:ln w="12700">
            <a:solidFill>
              <a:srgbClr val="1E7A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données personnelles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consentement signé par les apprenants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apprenant choisit ce qu'il rend public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avatar illustré pour protéger le droit à l'image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entre version de test et version réelle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069080" cy="1874520"/>
          </a:xfrm>
          <a:prstGeom prst="rect">
            <a:avLst/>
          </a:prstGeom>
          <a:solidFill>
            <a:srgbClr val="E8E8F8"/>
          </a:solidFill>
          <a:ln w="12700">
            <a:solidFill>
              <a:srgbClr val="E8E8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64008" cy="1874520"/>
          </a:xfrm>
          <a:prstGeom prst="rect">
            <a:avLst/>
          </a:prstGeom>
          <a:solidFill>
            <a:srgbClr val="000091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88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 DSFR &amp; RGAA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9204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et charte de l'État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719072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respecte le Système de Design de l'État français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Couleurs, polices et boutons conformes aux règles officielles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aux personnes en situation de handicap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sur mobile, tablette et ordinateur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154680"/>
            <a:ext cx="4069080" cy="1874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54680"/>
            <a:ext cx="64008" cy="187452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46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MAÎTRISÉE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et confidentialité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776472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hébergé sur un serveur dédié (pas de cloud externe)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des apprenants restent au GRETA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envoyé au service informatique du GRETA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sécurisé par identifiant et mot de passe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4069080" cy="1874520"/>
          </a:xfrm>
          <a:prstGeom prst="rect">
            <a:avLst/>
          </a:prstGeom>
          <a:solidFill>
            <a:srgbClr val="F5E8F8"/>
          </a:solidFill>
          <a:ln w="12700">
            <a:solidFill>
              <a:srgbClr val="F5E8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54680"/>
            <a:ext cx="64008" cy="18745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46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DESIGN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9204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utilisateur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776472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testée auprès d'une classe de BTS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Pensée pour être simple, même pour les moins à l'aise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claire : 3 clics maximum pour trouver un profil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mobile et ordinateur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91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site permet de faire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384048" cy="384048"/>
          </a:xfrm>
          <a:prstGeom prst="rect">
            <a:avLst/>
          </a:prstGeom>
          <a:solidFill>
            <a:srgbClr val="000091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annuaire des apprenants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par filière, ville ou statut. Voir les profils en un coup d'œil.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384048" cy="384048"/>
          </a:xfrm>
          <a:prstGeom prst="rect">
            <a:avLst/>
          </a:prstGeom>
          <a:solidFill>
            <a:srgbClr val="000091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5361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page profil personnelle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ou avatar, formation suivie, situation actuelle et liens de contact.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0972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097280"/>
            <a:ext cx="384048" cy="384048"/>
          </a:xfrm>
          <a:prstGeom prst="rect">
            <a:avLst/>
          </a:prstGeom>
          <a:solidFill>
            <a:srgbClr val="000091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15361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formulaire en 3 étapes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55080" y="1920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son profil simplement : Mon identité / Ma formation / Ma situation.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2834640" cy="17830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384048" cy="38404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3456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entreprises de référence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3840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vitrine des entreprises où les apprenants ont réalisé leurs stages — sans interaction directe.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5902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uniquement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91840" y="301752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3017520"/>
            <a:ext cx="384048" cy="384048"/>
          </a:xfrm>
          <a:prstGeom prst="rect">
            <a:avLst/>
          </a:prstGeom>
          <a:solidFill>
            <a:srgbClr val="000091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3456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accès sécurisé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83280" y="3840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par identifiant. Mot de passe créé à la première connexion.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301752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63640" y="3017520"/>
            <a:ext cx="384048" cy="384048"/>
          </a:xfrm>
          <a:prstGeom prst="rect">
            <a:avLst/>
          </a:prstGeom>
          <a:solidFill>
            <a:srgbClr val="000091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55080" y="3456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de bord admin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55080" y="3840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GRETA valide les comptes et suit les statistiques d'insertion.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technique : site web développé avec React, PHP et une base de données MySQL — hébergé sur serveur local GRETA.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vous verrez d'ici juin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828800" cy="54864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 concrètement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81912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087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apprenant en formation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7830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créer son profil et être trouvé par un formateur ou un autre apprenant.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58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apprenant en recherche de stage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53288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voir les entreprises référencées et les profils de ses camarades.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081528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008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ancien apprenant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3282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visible dans le réseau GRETA et peut inspirer les nouvelles promotions.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831336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7581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GRETA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40325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 d'un outil de suivi de l'insertion professionnelle de ses apprenants.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3063240" cy="38404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115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609344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554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finalisées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2249424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2194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9632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des pages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97880" y="2889504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9632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&amp; données réelles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97880" y="3529584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3474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mai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9632" y="3749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et corrections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97880" y="4169664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9632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présentation jury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1480" y="47091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Un outil utile, pensé par un apprenant, pour les apprenants du GRETA. »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Alumni GRETA - Présentation</dc:title>
  <dc:subject>PptxGenJS Presentation</dc:subject>
  <dc:creator>Stagiaire GRETA</dc:creator>
  <cp:lastModifiedBy>Stagiaire GRETA</cp:lastModifiedBy>
  <cp:revision>1</cp:revision>
  <dcterms:created xsi:type="dcterms:W3CDTF">2026-03-30T09:40:46Z</dcterms:created>
  <dcterms:modified xsi:type="dcterms:W3CDTF">2026-03-30T09:40:46Z</dcterms:modified>
</cp:coreProperties>
</file>